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presentationml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2"/>
    <p:sldId id="257" r:id="rId3"/>
  </p:sldIdLst>
  <p:sldSz cx="9144000" cy="51435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x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685800" y="6858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sz="3200"/>
              <a:t>Slide One</a:t>
            </a:r>
          </a:p>
        </p:txBody>
      </p:sp>
      <p:sp>
        <p:nvSpPr>
          <p:cNvPr id="3" name="Accent"/>
          <p:cNvSpPr/>
          <p:nvPr/>
        </p:nvSpPr>
        <p:spPr>
          <a:xfrm>
            <a:off x="685800" y="2286000"/>
            <a:ext cx="2743200" cy="1143000"/>
          </a:xfrm>
          <a:prstGeom prst="roundRect">
            <a:avLst/>
          </a:prstGeom>
          <a:solidFill>
            <a:srgbClr val="2563EB"/>
          </a:solidFill>
        </p:spPr>
        <p:txBody>
          <a:bodyPr/>
          <a:lstStyle/>
          <a:p>
            <a:r>
              <a:rPr sz="1800">
                <a:solidFill>
                  <a:srgbClr val="FFFFFF"/>
                </a:solidFill>
              </a:rPr>
              <a:t>Fixture deck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/>
          <p:nvPr/>
        </p:nvSpPr>
        <p:spPr>
          <a:xfrm>
            <a:off x="685800" y="6858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sz="3200"/>
              <a:t>Slide Two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xture Theme">
  <a:themeElements>
    <a:clrScheme name="Fixture">
      <a:dk1>
        <a:sysClr val="windowText" lastClr="000000"/>
      </a:dk1>
      <a:lt1>
        <a:sysClr val="window" lastClr="FFFFFF"/>
      </a:lt1>
      <a:dk2>
        <a:srgbClr val="1F2937"/>
      </a:dk2>
      <a:lt2>
        <a:srgbClr val="F3F4F6"/>
      </a:lt2>
      <a:accent1>
        <a:srgbClr val="2563EB"/>
      </a:accent1>
      <a:accent2>
        <a:srgbClr val="16A34A"/>
      </a:accent2>
      <a:accent3>
        <a:srgbClr val="F59E0B"/>
      </a:accent3>
      <a:accent4>
        <a:srgbClr val="EF4444"/>
      </a:accent4>
      <a:accent5>
        <a:srgbClr val="8B5CF6"/>
      </a:accent5>
      <a:accent6>
        <a:srgbClr val="06B6D4"/>
      </a:accent6>
      <a:hlink>
        <a:srgbClr val="3B82F6"/>
      </a:hlink>
      <a:folHlink>
        <a:srgbClr val="9333EA"/>
      </a:folHlink>
    </a:clrScheme>
    <a:fmtScheme name="Fixture">
      <a:fillStyleLst>
        <a:solidFill>
          <a:schemeClr val="phClr"/>
        </a:solidFill>
      </a:fillStyleLst>
      <a:lnStyleLst>
        <a:ln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TotalTime>0</TotalTime>
  <Application>extend-ui-svelte fixture generator</Application>
  <PresentationFormat>Widescreen</PresentationFormat>
  <Slides>2</Slides>
</Properties>
</file>

<file path=docProps/core.xml><?xml version="1.0" encoding="utf-8"?>
<cp:coreProperties xmlns:cp="http://schemas.openxmlformats.org/package/2006/metadata/core-properties" xmlns:dc="http://purl.org/dc/elements/1.1/">
  <dc:title>Fixture deck</dc:title>
  <dc:creator>extend-ui-svelte</dc:creator>
</cp:coreProperties>
</file>